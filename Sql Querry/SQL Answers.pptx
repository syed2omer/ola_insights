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sldIdLst>
    <p:sldId id="256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3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27.xml"/><Relationship Id="rId3" Type="http://schemas.openxmlformats.org/officeDocument/2006/relationships/image" Target="../media/image1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image" Target="../media/image1.png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3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4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6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 anchor="t" anchorCtr="0"/>
          <a:p>
            <a:r>
              <a:rPr lang="en-US" sz="72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OLA INSIGHTS SQL Solutions</a:t>
            </a:r>
            <a:endParaRPr lang="en-US" sz="72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932420" y="2974975"/>
            <a:ext cx="3270885" cy="908685"/>
          </a:xfrm>
        </p:spPr>
        <p:txBody>
          <a:bodyPr>
            <a:normAutofit/>
          </a:bodyPr>
          <a:p>
            <a:pPr algn="r"/>
            <a:r>
              <a:rPr lang="en-US" sz="3600">
                <a:solidFill>
                  <a:srgbClr val="FF0000"/>
                </a:solidFill>
                <a:latin typeface="Brush Script MT" panose="03060802040406070304" charset="0"/>
                <a:cs typeface="Brush Script MT" panose="03060802040406070304" charset="0"/>
              </a:rPr>
              <a:t>-By Syed Omer</a:t>
            </a:r>
            <a:endParaRPr lang="en-US" sz="3600">
              <a:solidFill>
                <a:srgbClr val="FF0000"/>
              </a:solidFill>
              <a:latin typeface="Brush Script MT" panose="03060802040406070304" charset="0"/>
              <a:cs typeface="Brush Script MT" panose="0306080204040607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1175" y="83616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-- Q1: All successful bookings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* FROM bookings WHERE Booking_Status = 'Success';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Picture 4" descr="Screenshot 2026-06-06 174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250" y="2192020"/>
            <a:ext cx="12192000" cy="24739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7627620" y="-2114550"/>
            <a:ext cx="3270885" cy="908685"/>
          </a:xfrm>
        </p:spPr>
        <p:txBody>
          <a:bodyPr>
            <a:normAutofit/>
          </a:bodyPr>
          <a:p>
            <a:pPr algn="r"/>
            <a:r>
              <a:rPr lang="en-US" sz="3600">
                <a:solidFill>
                  <a:srgbClr val="FF0000"/>
                </a:solidFill>
                <a:latin typeface="Brush Script MT" panose="03060802040406070304" charset="0"/>
                <a:cs typeface="Brush Script MT" panose="03060802040406070304" charset="0"/>
              </a:rPr>
              <a:t>-By Syed Omer</a:t>
            </a:r>
            <a:endParaRPr lang="en-US" sz="3600">
              <a:solidFill>
                <a:srgbClr val="FF0000"/>
              </a:solidFill>
              <a:latin typeface="Brush Script MT" panose="03060802040406070304" charset="0"/>
              <a:cs typeface="Brush Script MT" panose="0306080204040607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Q1: All successful bookings: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* FROM bookings WHERE Booking_Status = 'Success';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5" name="Picture 4" descr="Screenshot 2026-06-06 174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2020"/>
            <a:ext cx="12192000" cy="247396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25800" y="-4050665"/>
            <a:ext cx="9799200" cy="25704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OLA INSIGHTS SQL Solutions</a:t>
            </a:r>
            <a:endParaRPr lang="en-US" sz="72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Q2: Average ride distance per vehicle type:</a:t>
            </a:r>
            <a:endParaRPr lang="en-US" altLang="en-US" sz="2400" b="1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Vehicle_Type, AVG(Ride_Distance) AS avg_distance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FROM bookings GROUP BY Vehicle_Type;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6" name="Picture 5" descr="Screenshot 2026-06-06 1742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419350"/>
            <a:ext cx="12192000" cy="20186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Q3: Total cancelled rides by customers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COUNT(*) AS customer_cancellations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FROM bookings WHERE Booking_Status = 'Canceled by Customer';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2" name="Picture 1" descr="Screenshot 2026-06-06 1742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20" y="2670810"/>
            <a:ext cx="8823960" cy="15163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Q4: Top 5 customers by number of rides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Customer_ID, COUNT(*) AS total_rides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FROM bookings GROUP BY Customer_ID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ORDER BY total_rides DESC LIMIT 5;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2" name="Picture 1" descr="Screenshot 2026-06-06 1742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320" y="3082290"/>
            <a:ext cx="8595360" cy="22174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566525" cy="1994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Q5: Driver cancellations due to personal/car issues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COUNT(*) AS count FROM bookings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WHERE Booking_Status = 'Canceled by Driver'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AND Canceled_Rides_by_Driver = 'Personal &amp; Car related issue';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2" name="Picture 1" descr="Screenshot 2026-06-06 1742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61310"/>
            <a:ext cx="12192000" cy="11347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Q6: Max and min driver ratings for Prime Sedan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MAX(Driver_Ratings) AS max_rating, MIN(Driver_Ratings) AS min_rating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FROM bookings WHERE Vehicle_Type = 'Prime Sedan';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2" name="Picture 1" descr="Screenshot 2026-06-06 1743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3006090"/>
            <a:ext cx="10797540" cy="13944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Q7: All rides paid by UPI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* FROM bookings WHERE Payment_Method = 'UPI';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2" name="Picture 1" descr="Screenshot 2026-06-06 1743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01545"/>
            <a:ext cx="12192000" cy="24549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Q8: Average customer rating per vehicle type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Vehicle_Type, AVG(Customer_Rating) AS avg_customer_rating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FROM bookings GROUP BY Vehicle_Type;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2" name="Picture 1" descr="Screenshot 2026-06-06 1743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67685"/>
            <a:ext cx="12192000" cy="20935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Q9: Total booking value for successful rides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SUM(Booking_Value) AS total_revenue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FROM bookings WHERE Booking_Status = 'Success';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2" name="Picture 1" descr="Screenshot 2026-06-06 1743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2830830"/>
            <a:ext cx="12176760" cy="11963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11175" y="894080"/>
            <a:ext cx="11231880" cy="1522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Q10: All incomplete rides with reasons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SELECT Booking_ID, Vehicle_Type, Pickup_Location,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       Drop_Location, Incomplete_Rides_Reason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  <a:p>
            <a:r>
              <a:rPr lang="en-US" altLang="en-US" sz="2400">
                <a:solidFill>
                  <a:schemeClr val="accent3">
                    <a:lumMod val="60000"/>
                    <a:lumOff val="40000"/>
                  </a:schemeClr>
                </a:solidFill>
                <a:latin typeface="Cascadia Code SemiBold" panose="020B0609020000020004" charset="0"/>
                <a:cs typeface="Cascadia Code SemiBold" panose="020B0609020000020004" charset="0"/>
              </a:rPr>
              <a:t>FROM bookings WHERE Incomplete_Rides = 'Yes';</a:t>
            </a:r>
            <a:endParaRPr lang="en-US" altLang="en-US" sz="2400">
              <a:solidFill>
                <a:schemeClr val="accent3">
                  <a:lumMod val="60000"/>
                  <a:lumOff val="40000"/>
                </a:schemeClr>
              </a:solidFill>
              <a:latin typeface="Cascadia Code SemiBold" panose="020B0609020000020004" charset="0"/>
              <a:cs typeface="Cascadia Code SemiBold" panose="020B0609020000020004" charset="0"/>
            </a:endParaRPr>
          </a:p>
        </p:txBody>
      </p:sp>
      <p:pic>
        <p:nvPicPr>
          <p:cNvPr id="3" name="Picture 2" descr="Screenshot 2026-06-06 1743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574925"/>
            <a:ext cx="10212070" cy="39858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4460558" y="2974975"/>
            <a:ext cx="3270885" cy="908685"/>
          </a:xfrm>
        </p:spPr>
        <p:txBody>
          <a:bodyPr anchor="ctr" anchorCtr="0">
            <a:normAutofit/>
          </a:bodyPr>
          <a:p>
            <a:pPr marL="0" indent="0" algn="l">
              <a:buNone/>
            </a:pPr>
            <a:r>
              <a:rPr lang="en-US" sz="3600">
                <a:solidFill>
                  <a:srgbClr val="FF0000"/>
                </a:solidFill>
                <a:latin typeface="Brush Script MT" panose="03060802040406070304" charset="0"/>
                <a:cs typeface="Brush Script MT" panose="03060802040406070304" charset="0"/>
              </a:rPr>
              <a:t>THANK YOU</a:t>
            </a:r>
            <a:endParaRPr lang="en-US" sz="3600">
              <a:solidFill>
                <a:srgbClr val="FF0000"/>
              </a:solidFill>
              <a:latin typeface="Brush Script MT" panose="03060802040406070304" charset="0"/>
              <a:cs typeface="Brush Script MT" panose="0306080204040607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1574</Words>
  <Application>WPS Presentation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Cascadia Code SemiBold</vt:lpstr>
      <vt:lpstr>Brush Script MT</vt:lpstr>
      <vt:lpstr>Microsoft YaHei</vt:lpstr>
      <vt:lpstr>Arial Unicode MS</vt:lpstr>
      <vt:lpstr>Calibri</vt:lpstr>
      <vt:lpstr>WPS</vt:lpstr>
      <vt:lpstr>1_WPS</vt:lpstr>
      <vt:lpstr>SQL Solutions</vt:lpstr>
      <vt:lpstr>OLA INSIGHTS SQL Solutions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Solutions</dc:title>
  <dc:creator/>
  <cp:lastModifiedBy>Syed Omer</cp:lastModifiedBy>
  <cp:revision>2</cp:revision>
  <dcterms:created xsi:type="dcterms:W3CDTF">2026-06-06T12:31:00Z</dcterms:created>
  <dcterms:modified xsi:type="dcterms:W3CDTF">2026-06-07T03:27:17Z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DE4C38A8F42F4098852C67B8973D21EC_12</vt:lpwstr>
  </property>
</Properties>
</file>